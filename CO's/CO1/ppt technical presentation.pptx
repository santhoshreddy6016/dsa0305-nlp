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527539" y="1614267"/>
            <a:ext cx="8229600" cy="457200"/>
          </a:xfrm>
          <a:prstGeom prst="rect"/>
          <a:noFill/>
        </p:spPr>
        <p:txBody>
          <a:bodyPr anchor="ctr" rtlCol="0" wrap="square"/>
          <a:p>
            <a:pPr algn="ctr"/>
            <a:r>
              <a:rPr b="1" dirty="0" sz="30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Beyond Words: Unlocking Intelligence With Natural Language Processing</a:t>
            </a:r>
            <a:endParaRPr dirty="0" sz="3000" lang="en-US"/>
          </a:p>
        </p:txBody>
      </p:sp>
      <p:sp>
        <p:nvSpPr>
          <p:cNvPr id="1048577" name="TextBox 3"/>
          <p:cNvSpPr txBox="1"/>
          <p:nvPr/>
        </p:nvSpPr>
        <p:spPr>
          <a:xfrm>
            <a:off x="6492241" y="3249637"/>
            <a:ext cx="2405575" cy="1158240"/>
          </a:xfrm>
          <a:prstGeom prst="rect"/>
          <a:noFill/>
        </p:spPr>
        <p:txBody>
          <a:bodyPr rtlCol="0" wrap="square">
            <a:spAutoFit/>
          </a:bodyPr>
          <a:p>
            <a:r>
              <a:rPr lang="en-IN"/>
              <a:t>Name: S.Santhosh</a:t>
            </a:r>
          </a:p>
          <a:p>
            <a:r>
              <a:rPr lang="en-IN"/>
              <a:t>Reg No:192425017</a:t>
            </a:r>
          </a:p>
          <a:p>
            <a:r>
              <a:rPr lang="en-IN"/>
              <a:t>Guided by:Dr.K.Anbazhagan</a:t>
            </a:r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019778" y="18464"/>
            <a:ext cx="2124221" cy="1409407"/>
          </a:xfrm>
          <a:prstGeom prst="rect"/>
        </p:spPr>
      </p:pic>
      <p:pic>
        <p:nvPicPr>
          <p:cNvPr id="2097153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" y="0"/>
            <a:ext cx="1783344" cy="1427871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Natural Language Processing</a:t>
            </a:r>
            <a:endParaRPr dirty="0" sz="2400" lang="en-US"/>
          </a:p>
        </p:txBody>
      </p:sp>
      <p:sp>
        <p:nvSpPr>
          <p:cNvPr id="1048582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Natural Language Processing (NLP) is a branch of artificial intelligence focused on enabling machines to understand and interpret human language.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NLP bridges the gap between human communication and computer understanding.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goal is to unlock valuable insights and automate tasks involving language data.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Evolution of NLP</a:t>
            </a:r>
            <a:endParaRPr dirty="0" sz="2400" lang="en-US"/>
          </a:p>
        </p:txBody>
      </p:sp>
      <p:sp>
        <p:nvSpPr>
          <p:cNvPr id="1048587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NLP has evolved from simple rule-based systems to sophisticated machine learning models.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Early efforts relied heavily on handcrafted rules and lexicons.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Recent advancements utilize deep learning techniques to improve accuracy and contextual understanding.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of NLP in Industry</a:t>
            </a:r>
            <a:endParaRPr dirty="0" sz="2400" lang="en-US"/>
          </a:p>
        </p:txBody>
      </p:sp>
      <p:sp>
        <p:nvSpPr>
          <p:cNvPr id="1048592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NLP is widely used in chatbots and virtual assistants to enhance customer interactions.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It powers sentiment analysis tools for brand monitoring and market research.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NLP also enables automatic translation, content summarization, and document classification.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Natural Language Processing</a:t>
            </a:r>
            <a:endParaRPr dirty="0" sz="2400" lang="en-US"/>
          </a:p>
        </p:txBody>
      </p:sp>
      <p:sp>
        <p:nvSpPr>
          <p:cNvPr id="1048597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Ambiguity and variability in human language pose significant challenges for NLP systems.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Understanding context and sarcasm remains difficult for machines.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 bias and ethical concerns also impact the development and deployment of NLP models.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Impact of NLP on Society</a:t>
            </a:r>
            <a:endParaRPr dirty="0" sz="2400" lang="en-US"/>
          </a:p>
        </p:txBody>
      </p:sp>
      <p:sp>
        <p:nvSpPr>
          <p:cNvPr id="1048602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NLP enhances accessibility through tools like speech-to-text and real-time translation for diverse populations.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It also raises ethical questions about privacy, bias, and the potential for misinformation.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Responsible development and deployment are essential to maximize societal benefits.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Future Outlook</a:t>
            </a:r>
            <a:endParaRPr dirty="0" sz="2400" lang="en-US"/>
          </a:p>
        </p:txBody>
      </p:sp>
      <p:sp>
        <p:nvSpPr>
          <p:cNvPr id="1048607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NLP is transforming how we interact with technology and analyze language data.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Ongoing research promises more intelligent, context-aware, and ethical NLP solutions.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Embracing these advancements will unlock new horizons in artificial intelligence and human-computer interaction.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ext 0"/>
          <p:cNvSpPr/>
          <p:nvPr/>
        </p:nvSpPr>
        <p:spPr>
          <a:xfrm>
            <a:off x="457200" y="228600"/>
            <a:ext cx="8229600" cy="822960"/>
          </a:xfrm>
          <a:prstGeom prst="rect"/>
          <a:noFill/>
        </p:spPr>
        <p:txBody>
          <a:bodyPr anchor="ctr" rtlCol="0" wrap="square"/>
          <a:p>
            <a:r>
              <a:rPr b="1" dirty="0" sz="2400" lang="en-US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References</a:t>
            </a:r>
            <a:endParaRPr dirty="0" sz="2400" lang="en-US"/>
          </a:p>
        </p:txBody>
      </p:sp>
      <p:sp>
        <p:nvSpPr>
          <p:cNvPr id="1048612" name="Text 1"/>
          <p:cNvSpPr/>
          <p:nvPr/>
        </p:nvSpPr>
        <p:spPr>
          <a:xfrm>
            <a:off x="457200" y="1143000"/>
            <a:ext cx="8229600" cy="3200400"/>
          </a:xfrm>
          <a:prstGeom prst="rect"/>
          <a:noFill/>
        </p:spPr>
        <p:txBody>
          <a:bodyPr anchor="t" rtlCol="0" wrap="square"/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Jurafsky, D., &amp; Martin, J. H. (2020). Speech and Language Processing. Pearson.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Vaswani, A., et al. (2017). Attention Is All You Need. Advances in Neural Information Processing Systems.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42900" marL="342900">
              <a:buSzPct val="100000"/>
              <a:buChar char="•"/>
            </a:pPr>
            <a:r>
              <a:rPr dirty="0" sz="2000" lang="en-US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Manning, C., Raghavan, P., &amp; Schütze, H. (2008). Introduction to Information Retrieval. Cambridge University Press.</a:t>
            </a:r>
            <a:endParaRPr dirty="0" sz="20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SlideMake.com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Beyond Words: Unlocking Intelligence With Natural Language Processing</dc:title>
  <dc:creator>SlideMake.com</dc:creator>
  <cp:lastModifiedBy>vmlsaketh@gmail.com</cp:lastModifiedBy>
  <dcterms:created xsi:type="dcterms:W3CDTF">2026-07-24T17:24:54Z</dcterms:created>
  <dcterms:modified xsi:type="dcterms:W3CDTF">2026-08-06T07:49:31Z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6e58b679ce6c4cf7b8896d088c6c0952_23</vt:lpwstr>
  </property>
</Properties>
</file>